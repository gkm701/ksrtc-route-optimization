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6" r:id="rId18"/>
    <p:sldId id="277" r:id="rId19"/>
    <p:sldId id="278" r:id="rId20"/>
    <p:sldId id="279" r:id="rId21"/>
    <p:sldId id="271" r:id="rId22"/>
    <p:sldId id="272" r:id="rId23"/>
    <p:sldId id="273" r:id="rId24"/>
    <p:sldId id="275" r:id="rId25"/>
    <p:sldId id="274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907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3697F2-55BC-8E5B-8C51-0B92C4359F96}"/>
              </a:ext>
            </a:extLst>
          </p:cNvPr>
          <p:cNvSpPr/>
          <p:nvPr/>
        </p:nvSpPr>
        <p:spPr>
          <a:xfrm>
            <a:off x="2448232" y="609600"/>
            <a:ext cx="4188542" cy="733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FEBED3-81F3-DCF9-E5A7-31A992A3FBF3}"/>
              </a:ext>
            </a:extLst>
          </p:cNvPr>
          <p:cNvSpPr/>
          <p:nvPr/>
        </p:nvSpPr>
        <p:spPr>
          <a:xfrm>
            <a:off x="7030063" y="5303826"/>
            <a:ext cx="1460091" cy="10225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6807B-9484-1288-CC6A-B7EA2EE156D2}"/>
              </a:ext>
            </a:extLst>
          </p:cNvPr>
          <p:cNvSpPr/>
          <p:nvPr/>
        </p:nvSpPr>
        <p:spPr>
          <a:xfrm>
            <a:off x="1337187" y="1622323"/>
            <a:ext cx="6479458" cy="27137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1EA106-44B1-F909-C0D5-A7D3D0163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218030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KSRTC BUS ROUTE OPTIMIZATION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Submitted to </a:t>
            </a:r>
          </a:p>
          <a:p>
            <a:r>
              <a:rPr 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JEEVAN PRAKASH</a:t>
            </a:r>
          </a:p>
          <a:p>
            <a:r>
              <a:rPr 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HOD MATHEMATICS DEPT. NSSCE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EE2E6-3835-9F4E-05C2-F880977859E9}"/>
              </a:ext>
            </a:extLst>
          </p:cNvPr>
          <p:cNvSpPr txBox="1"/>
          <p:nvPr/>
        </p:nvSpPr>
        <p:spPr>
          <a:xfrm>
            <a:off x="7143135" y="5491939"/>
            <a:ext cx="134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GROUP 2</a:t>
            </a:r>
          </a:p>
          <a:p>
            <a:r>
              <a:rPr lang="en-US" dirty="0"/>
              <a:t>S4 CSEB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195101-B6E3-428E-C4EB-196D7C1FA468}"/>
              </a:ext>
            </a:extLst>
          </p:cNvPr>
          <p:cNvSpPr txBox="1"/>
          <p:nvPr/>
        </p:nvSpPr>
        <p:spPr>
          <a:xfrm>
            <a:off x="2448232" y="623938"/>
            <a:ext cx="418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GAMAT401:MATHEMATICS FOR COMPUTER AND INFORMATION SCIENCE-4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34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KSRTC Bus Route Optimization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C4FB59D-3D03-33A5-FDFE-439C4B793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37" t="5387" r="5232"/>
          <a:stretch>
            <a:fillRect/>
          </a:stretch>
        </p:blipFill>
        <p:spPr bwMode="auto">
          <a:xfrm>
            <a:off x="811530" y="1536660"/>
            <a:ext cx="7414260" cy="458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Find the shortest bus route from TVM to PKD.</a:t>
            </a:r>
          </a:p>
          <a:p>
            <a:r>
              <a:rPr dirty="0"/>
              <a:t>We are given distances between cities.</a:t>
            </a:r>
          </a:p>
          <a:p>
            <a:r>
              <a:rPr dirty="0"/>
              <a:t>We model the problem as a weighted graph.</a:t>
            </a:r>
          </a:p>
          <a:p>
            <a:r>
              <a:rPr dirty="0"/>
              <a:t>Vertices = Cities</a:t>
            </a:r>
          </a:p>
          <a:p>
            <a:r>
              <a:rPr dirty="0"/>
              <a:t>Edges = Bus routes</a:t>
            </a:r>
          </a:p>
          <a:p>
            <a:r>
              <a:rPr dirty="0"/>
              <a:t>Weights = Distance (km).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Cities and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TVM–KLM: 65 km</a:t>
            </a:r>
          </a:p>
          <a:p>
            <a:r>
              <a:t>TVM–ALP: 150 km</a:t>
            </a:r>
          </a:p>
          <a:p>
            <a:r>
              <a:t>KLM–ALP: 85 km</a:t>
            </a:r>
          </a:p>
          <a:p>
            <a:r>
              <a:t>ALP–EKM: 60 km</a:t>
            </a:r>
          </a:p>
          <a:p>
            <a:r>
              <a:t>EKM–TSR: 80 km</a:t>
            </a:r>
          </a:p>
          <a:p>
            <a:r>
              <a:t>TSR–PKD: 70 km</a:t>
            </a:r>
          </a:p>
          <a:p>
            <a:r>
              <a:t>ALP–TSR: 140 km</a:t>
            </a:r>
          </a:p>
          <a:p>
            <a:r>
              <a:t>KLM–EKM: 130 km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city is a node.</a:t>
            </a:r>
          </a:p>
          <a:p>
            <a:r>
              <a:t>Each road is an edge.</a:t>
            </a:r>
          </a:p>
          <a:p>
            <a:r>
              <a:t>The number on the edge represents distance.</a:t>
            </a:r>
          </a:p>
          <a:p>
            <a:r>
              <a:t>This forms a weighted undirected 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Algorithm –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Dijkstra finds the shortest path from one source node</a:t>
            </a:r>
          </a:p>
          <a:p>
            <a:r>
              <a:t>to all other nodes in a weighted graph.</a:t>
            </a:r>
          </a:p>
          <a:p>
            <a:r>
              <a:t>It works only with non‑negative weights.</a:t>
            </a:r>
          </a:p>
          <a:p>
            <a:r>
              <a:t>It always selects the closest unvisited 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Algorithm –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Assign distance 0 to source node.</a:t>
            </a:r>
          </a:p>
          <a:p>
            <a:r>
              <a:t>2. Assign infinity to all other nodes.</a:t>
            </a:r>
          </a:p>
          <a:p>
            <a:r>
              <a:t>3. Choose the smallest unvisited node.</a:t>
            </a:r>
          </a:p>
          <a:p>
            <a:r>
              <a:t>4. Update its neighbors' distances.</a:t>
            </a:r>
          </a:p>
          <a:p>
            <a:r>
              <a:t>5. Repeat until all nodes are visited.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Step Table –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City      Distance</a:t>
            </a:r>
          </a:p>
          <a:p>
            <a:r>
              <a:t>TVM       0</a:t>
            </a:r>
          </a:p>
          <a:p>
            <a:r>
              <a:t>KLM       ∞</a:t>
            </a:r>
          </a:p>
          <a:p>
            <a:r>
              <a:t>ALP       ∞</a:t>
            </a:r>
          </a:p>
          <a:p>
            <a:r>
              <a:t>EKM       ∞</a:t>
            </a:r>
          </a:p>
          <a:p>
            <a:r>
              <a:t>TSR       ∞</a:t>
            </a:r>
          </a:p>
          <a:p>
            <a:r>
              <a:t>PKD       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Step – After Visiting TVM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TVM → KLM = 65</a:t>
            </a:r>
          </a:p>
          <a:p>
            <a:r>
              <a:t>TVM → ALP = 150</a:t>
            </a:r>
          </a:p>
          <a:p>
            <a:endParaRPr/>
          </a:p>
          <a:p>
            <a:r>
              <a:t>Distances:</a:t>
            </a:r>
          </a:p>
          <a:p>
            <a:r>
              <a:t>TVM = 0</a:t>
            </a:r>
          </a:p>
          <a:p>
            <a:r>
              <a:t>KLM = 65</a:t>
            </a:r>
          </a:p>
          <a:p>
            <a:r>
              <a:t>ALP = 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Step – After Visiting KLM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KLM → ALP = 65 + 85 = 150</a:t>
            </a:r>
          </a:p>
          <a:p>
            <a:r>
              <a:t>KLM → EKM = 65 + 130 = 195</a:t>
            </a:r>
          </a:p>
          <a:p>
            <a:endParaRPr/>
          </a:p>
          <a:p>
            <a:r>
              <a:t>EKM distance updated to 195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Dijkstra Step – Continue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 → TSR = 150 + 140 = 290</a:t>
            </a:r>
          </a:p>
          <a:p>
            <a:r>
              <a:t>EKM → TSR = 195 + 80 = 275</a:t>
            </a:r>
          </a:p>
          <a:p>
            <a:r>
              <a:t>Better path chosen: 275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Dijkstra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Shortest Path:</a:t>
            </a:r>
          </a:p>
          <a:p>
            <a:r>
              <a:t>TVM → KLM → EKM → TSR → PKD</a:t>
            </a:r>
          </a:p>
          <a:p>
            <a:endParaRPr/>
          </a:p>
          <a:p>
            <a:r>
              <a:t>Total Distance:</a:t>
            </a:r>
          </a:p>
          <a:p>
            <a:r>
              <a:t>65 + 130 + 80 + 70 = 345 km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Floyd–Warshall Algorithm –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Floyd–Warshall finds shortest paths</a:t>
            </a:r>
          </a:p>
          <a:p>
            <a:r>
              <a:t>between all pairs of vertices.</a:t>
            </a:r>
          </a:p>
          <a:p>
            <a:r>
              <a:t>It uses dynamic programming.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Floyd–Warshall Update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every pair of cities (i,j):</a:t>
            </a:r>
          </a:p>
          <a:p>
            <a:r>
              <a:t>Check if going through another city k</a:t>
            </a:r>
          </a:p>
          <a:p>
            <a:r>
              <a:t>gives a shorter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dist[i][j] = min(dist[i][j], dist[i][k] + dist[k][j])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Initial Distance Matrix</a:t>
            </a:r>
            <a:r>
              <a:rPr lang="en-US" dirty="0"/>
              <a:t>(D1)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TVM: [0,65,150,∞,∞,∞]</a:t>
            </a:r>
          </a:p>
          <a:p>
            <a:r>
              <a:t>KLM: [65,0,85,130,∞,∞]</a:t>
            </a:r>
          </a:p>
          <a:p>
            <a:r>
              <a:t>ALP: [150,85,0,60,140,∞]</a:t>
            </a:r>
          </a:p>
          <a:p>
            <a:r>
              <a:t>EKM: [∞,130,60,0,80,∞]</a:t>
            </a:r>
          </a:p>
          <a:p>
            <a:r>
              <a:t>TSR: [∞,∞,140,80,0,70]</a:t>
            </a:r>
          </a:p>
          <a:p>
            <a:r>
              <a:t>PKD: [∞,∞,∞,∞,70,0]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CD173-7DA5-1B10-D985-A6014467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A2B4-3680-9574-5325-8319F395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Distance Matrix</a:t>
            </a:r>
            <a:r>
              <a:rPr lang="en-US" dirty="0"/>
              <a:t>(D2)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DC5A-D74F-B84D-2B72-20747E793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TVM: [0,65,150,∞,∞,∞]</a:t>
            </a:r>
          </a:p>
          <a:p>
            <a:r>
              <a:t>KLM: [65,0,85,130,∞,∞]</a:t>
            </a:r>
          </a:p>
          <a:p>
            <a:r>
              <a:t>ALP: [150,85,0,60,140,∞]</a:t>
            </a:r>
          </a:p>
          <a:p>
            <a:r>
              <a:t>EKM: [∞,130,60,0,80,∞]</a:t>
            </a:r>
          </a:p>
          <a:p>
            <a:r>
              <a:t>TSR: [∞,∞,140,80,0,70]</a:t>
            </a:r>
          </a:p>
          <a:p>
            <a:r>
              <a:t>PKD: [∞,∞,∞,∞,70,0]</a:t>
            </a:r>
          </a:p>
        </p:txBody>
      </p:sp>
    </p:spTree>
    <p:extLst>
      <p:ext uri="{BB962C8B-B14F-4D97-AF65-F5344CB8AC3E}">
        <p14:creationId xmlns:p14="http://schemas.microsoft.com/office/powerpoint/2010/main" val="389011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B183-274D-BBDA-4064-9998C314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AB94-57E9-AAE0-3EA0-A031EB66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Distance Matrix</a:t>
            </a:r>
            <a:r>
              <a:rPr lang="en-US" dirty="0"/>
              <a:t>(D3)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8B917-1D3D-EF88-28A1-6EC2C7A03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TVM: [0,65,150,</a:t>
            </a:r>
            <a:r>
              <a:rPr lang="en-US" dirty="0"/>
              <a:t>195</a:t>
            </a:r>
            <a:r>
              <a:rPr dirty="0"/>
              <a:t>,∞,∞]</a:t>
            </a:r>
          </a:p>
          <a:p>
            <a:r>
              <a:rPr dirty="0"/>
              <a:t>KLM: [65,0,85,130,∞,∞]</a:t>
            </a:r>
          </a:p>
          <a:p>
            <a:r>
              <a:rPr dirty="0"/>
              <a:t>ALP: [150,85,0,60,140,∞]</a:t>
            </a:r>
          </a:p>
          <a:p>
            <a:r>
              <a:rPr dirty="0"/>
              <a:t>EKM: [</a:t>
            </a:r>
            <a:r>
              <a:rPr lang="en-US" dirty="0"/>
              <a:t>195</a:t>
            </a:r>
            <a:r>
              <a:rPr dirty="0"/>
              <a:t>,1</a:t>
            </a:r>
            <a:r>
              <a:rPr lang="en-US" dirty="0"/>
              <a:t>3</a:t>
            </a:r>
            <a:r>
              <a:rPr dirty="0"/>
              <a:t>0,60,0,80,∞]</a:t>
            </a:r>
          </a:p>
          <a:p>
            <a:r>
              <a:rPr dirty="0"/>
              <a:t>TSR: [∞,∞,140,80,0,70]</a:t>
            </a:r>
          </a:p>
          <a:p>
            <a:r>
              <a:rPr dirty="0"/>
              <a:t>PKD: [∞,∞,∞,∞,70,0]</a:t>
            </a:r>
          </a:p>
        </p:txBody>
      </p:sp>
    </p:spTree>
    <p:extLst>
      <p:ext uri="{BB962C8B-B14F-4D97-AF65-F5344CB8AC3E}">
        <p14:creationId xmlns:p14="http://schemas.microsoft.com/office/powerpoint/2010/main" val="144630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95EA-F432-6384-9DEC-2C5DCA8E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0796-0EDD-6642-A4F6-32E96E5F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Distance Matrix</a:t>
            </a:r>
            <a:r>
              <a:rPr lang="en-US" dirty="0"/>
              <a:t>(D4)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7259-A898-67E8-51F5-68A5F158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TVM: [0,65,150,</a:t>
            </a:r>
            <a:r>
              <a:rPr lang="en-US" dirty="0"/>
              <a:t>195</a:t>
            </a:r>
            <a:r>
              <a:rPr dirty="0"/>
              <a:t>,</a:t>
            </a:r>
            <a:r>
              <a:rPr lang="en-US" dirty="0"/>
              <a:t>290</a:t>
            </a:r>
            <a:r>
              <a:rPr dirty="0"/>
              <a:t>,∞]</a:t>
            </a:r>
          </a:p>
          <a:p>
            <a:r>
              <a:rPr dirty="0"/>
              <a:t>KLM: [65,0,85,130,</a:t>
            </a:r>
            <a:r>
              <a:rPr lang="en-US" dirty="0"/>
              <a:t>225</a:t>
            </a:r>
            <a:r>
              <a:rPr dirty="0"/>
              <a:t>,∞]</a:t>
            </a:r>
          </a:p>
          <a:p>
            <a:r>
              <a:rPr dirty="0"/>
              <a:t>ALP: [150,85,0,60,140,∞]</a:t>
            </a:r>
          </a:p>
          <a:p>
            <a:r>
              <a:rPr dirty="0"/>
              <a:t>EKM: [</a:t>
            </a:r>
            <a:r>
              <a:rPr lang="en-US" dirty="0"/>
              <a:t>195</a:t>
            </a:r>
            <a:r>
              <a:rPr dirty="0"/>
              <a:t>,1</a:t>
            </a:r>
            <a:r>
              <a:rPr lang="en-US" dirty="0"/>
              <a:t>3</a:t>
            </a:r>
            <a:r>
              <a:rPr dirty="0"/>
              <a:t>0,60,0,80,∞]</a:t>
            </a:r>
          </a:p>
          <a:p>
            <a:r>
              <a:rPr dirty="0"/>
              <a:t>TSR: [</a:t>
            </a:r>
            <a:r>
              <a:rPr lang="en-US" dirty="0"/>
              <a:t>290</a:t>
            </a:r>
            <a:r>
              <a:rPr dirty="0"/>
              <a:t>,</a:t>
            </a:r>
            <a:r>
              <a:rPr lang="en-US" dirty="0"/>
              <a:t>225</a:t>
            </a:r>
            <a:r>
              <a:rPr dirty="0"/>
              <a:t>,140,80,0,70]</a:t>
            </a:r>
          </a:p>
          <a:p>
            <a:r>
              <a:rPr dirty="0"/>
              <a:t>PKD: [∞,∞,∞,∞,70,0]</a:t>
            </a:r>
          </a:p>
        </p:txBody>
      </p:sp>
    </p:spTree>
    <p:extLst>
      <p:ext uri="{BB962C8B-B14F-4D97-AF65-F5344CB8AC3E}">
        <p14:creationId xmlns:p14="http://schemas.microsoft.com/office/powerpoint/2010/main" val="397146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796D-F26D-9DBE-ABA2-CDA29C8C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AB39-A527-F548-ECAD-51AF2114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Distance Matrix</a:t>
            </a:r>
            <a:r>
              <a:rPr lang="en-US" dirty="0"/>
              <a:t>(D5)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ADE5-FBDA-BC6E-2124-1EFF3201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TVM: [0,65,150,</a:t>
            </a:r>
            <a:r>
              <a:rPr lang="en-US" dirty="0"/>
              <a:t>195</a:t>
            </a:r>
            <a:r>
              <a:rPr dirty="0"/>
              <a:t>,</a:t>
            </a:r>
            <a:r>
              <a:rPr lang="en-US" dirty="0"/>
              <a:t>275</a:t>
            </a:r>
            <a:r>
              <a:rPr dirty="0"/>
              <a:t>,∞]</a:t>
            </a:r>
          </a:p>
          <a:p>
            <a:r>
              <a:rPr dirty="0"/>
              <a:t>KLM: [65,0,85,130,</a:t>
            </a:r>
            <a:r>
              <a:rPr lang="en-US" dirty="0"/>
              <a:t>210</a:t>
            </a:r>
            <a:r>
              <a:rPr dirty="0"/>
              <a:t>,∞]</a:t>
            </a:r>
          </a:p>
          <a:p>
            <a:r>
              <a:rPr dirty="0"/>
              <a:t>ALP: [150,85,0,60,140,∞]</a:t>
            </a:r>
          </a:p>
          <a:p>
            <a:r>
              <a:rPr dirty="0"/>
              <a:t>EKM: [</a:t>
            </a:r>
            <a:r>
              <a:rPr lang="en-US" dirty="0"/>
              <a:t>195</a:t>
            </a:r>
            <a:r>
              <a:rPr dirty="0"/>
              <a:t>,1</a:t>
            </a:r>
            <a:r>
              <a:rPr lang="en-US" dirty="0"/>
              <a:t>3</a:t>
            </a:r>
            <a:r>
              <a:rPr dirty="0"/>
              <a:t>0,60,0,80,∞]</a:t>
            </a:r>
          </a:p>
          <a:p>
            <a:r>
              <a:rPr dirty="0"/>
              <a:t>TSR: [</a:t>
            </a:r>
            <a:r>
              <a:rPr lang="en-US" dirty="0"/>
              <a:t>275</a:t>
            </a:r>
            <a:r>
              <a:rPr dirty="0"/>
              <a:t>,</a:t>
            </a:r>
            <a:r>
              <a:rPr lang="en-US" dirty="0"/>
              <a:t>210</a:t>
            </a:r>
            <a:r>
              <a:rPr dirty="0"/>
              <a:t>,140,80,0,70]</a:t>
            </a:r>
          </a:p>
          <a:p>
            <a:r>
              <a:rPr dirty="0"/>
              <a:t>PKD: [∞,∞,∞,∞,70,0]</a:t>
            </a:r>
          </a:p>
        </p:txBody>
      </p:sp>
    </p:spTree>
    <p:extLst>
      <p:ext uri="{BB962C8B-B14F-4D97-AF65-F5344CB8AC3E}">
        <p14:creationId xmlns:p14="http://schemas.microsoft.com/office/powerpoint/2010/main" val="112891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Distance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TVM: [0,65,150,195,275,345]</a:t>
            </a:r>
          </a:p>
          <a:p>
            <a:r>
              <a:t>KLM: [65,0,85,130,210,280]</a:t>
            </a:r>
          </a:p>
          <a:p>
            <a:r>
              <a:t>ALP: [150,85,0,60,140,210]</a:t>
            </a:r>
          </a:p>
          <a:p>
            <a:r>
              <a:t>EKM: [195,130,60,0,80,150]</a:t>
            </a:r>
          </a:p>
          <a:p>
            <a:r>
              <a:t>TSR: [275,210,140,80,0,70]</a:t>
            </a:r>
          </a:p>
          <a:p>
            <a:r>
              <a:t>PKD: [345,280,210,150,70,0]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Dijkstra:</a:t>
            </a:r>
          </a:p>
          <a:p>
            <a:r>
              <a:rPr dirty="0"/>
              <a:t>Single source</a:t>
            </a:r>
          </a:p>
          <a:p>
            <a:r>
              <a:rPr dirty="0"/>
              <a:t>Faster for route finding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Floyd‑</a:t>
            </a:r>
            <a:r>
              <a:rPr dirty="0" err="1"/>
              <a:t>Warshall</a:t>
            </a:r>
            <a:r>
              <a:rPr dirty="0"/>
              <a:t>:</a:t>
            </a:r>
            <a:endParaRPr lang="en-US" dirty="0"/>
          </a:p>
          <a:p>
            <a:r>
              <a:rPr dirty="0"/>
              <a:t>All city pairs</a:t>
            </a:r>
          </a:p>
          <a:p>
            <a:r>
              <a:rPr dirty="0"/>
              <a:t>Useful for full network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Visualization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libraries used:</a:t>
            </a:r>
          </a:p>
          <a:p>
            <a:r>
              <a:t>networkx – build graph</a:t>
            </a:r>
          </a:p>
          <a:p>
            <a:r>
              <a:t>matplotlib – visualize graph</a:t>
            </a:r>
          </a:p>
          <a:p>
            <a:endParaRPr/>
          </a:p>
          <a:p>
            <a:r>
              <a:t>Shortest path edges highlighted in 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2F935-F0D7-5328-E660-9EC1023DE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787" y="118653"/>
            <a:ext cx="8481073" cy="636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0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Shortest Route:</a:t>
            </a:r>
          </a:p>
          <a:p>
            <a:r>
              <a:t>TVM → KLM → EKM → TSR → PKD</a:t>
            </a:r>
          </a:p>
          <a:p>
            <a:r>
              <a:t>Distance = 345 km</a:t>
            </a:r>
          </a:p>
          <a:p>
            <a:endParaRPr/>
          </a:p>
          <a:p>
            <a:r>
              <a:t>Both algorithms give the same optimal solution.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BCF88-54F4-51E6-5839-F61A3216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725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171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872</Words>
  <Application>Microsoft Office PowerPoint</Application>
  <PresentationFormat>On-screen Show (4:3)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KSRTC Bus Route Optimization</vt:lpstr>
      <vt:lpstr>Problem Statement</vt:lpstr>
      <vt:lpstr>Cities and Distances</vt:lpstr>
      <vt:lpstr>Graph Representation</vt:lpstr>
      <vt:lpstr>Dijkstra Algorithm – Theory</vt:lpstr>
      <vt:lpstr>Dijkstra Algorithm – Steps</vt:lpstr>
      <vt:lpstr>Dijkstra Step Table – Initialization</vt:lpstr>
      <vt:lpstr>Dijkstra Step – After Visiting TVM</vt:lpstr>
      <vt:lpstr>Dijkstra Step – After Visiting KLM</vt:lpstr>
      <vt:lpstr>Dijkstra Step – Continue Process</vt:lpstr>
      <vt:lpstr>Final Dijkstra Result</vt:lpstr>
      <vt:lpstr>Floyd–Warshall Algorithm – Theory</vt:lpstr>
      <vt:lpstr>Floyd–Warshall Update Rule</vt:lpstr>
      <vt:lpstr>Mathematical Formula</vt:lpstr>
      <vt:lpstr>Initial Distance Matrix(D1)</vt:lpstr>
      <vt:lpstr> Distance Matrix(D2)</vt:lpstr>
      <vt:lpstr> Distance Matrix(D3)</vt:lpstr>
      <vt:lpstr> Distance Matrix(D4)</vt:lpstr>
      <vt:lpstr> Distance Matrix(D5)</vt:lpstr>
      <vt:lpstr>Final Distance Matrix</vt:lpstr>
      <vt:lpstr>Algorithm Comparison</vt:lpstr>
      <vt:lpstr>Graph Visualization (Python)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gouthamkrishnam108@gmail.com</cp:lastModifiedBy>
  <cp:revision>8</cp:revision>
  <dcterms:created xsi:type="dcterms:W3CDTF">2013-01-27T09:14:16Z</dcterms:created>
  <dcterms:modified xsi:type="dcterms:W3CDTF">2026-03-16T08:00:38Z</dcterms:modified>
  <cp:category/>
</cp:coreProperties>
</file>